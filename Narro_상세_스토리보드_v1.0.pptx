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f40dcb74904c52" /><Relationship Type="http://schemas.openxmlformats.org/officeDocument/2006/relationships/extended-properties" Target="/docProps/app.xml" Id="R9a701c2ce1954187" /><Relationship Type="http://schemas.openxmlformats.org/officeDocument/2006/relationships/officeDocument" Target="/ppt/presentation.xml" Id="R62ac57422d0c4d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c71c8c16114db6"/>
  </p:sldMasterIdLst>
  <p:notesMasterIdLst>
    <p:notesMasterId xmlns:r="http://schemas.openxmlformats.org/officeDocument/2006/relationships" r:id="Rf691e018459f4d06"/>
  </p:notesMasterIdLst>
  <p:sldIdLst>
    <p:sldId xmlns:r="http://schemas.openxmlformats.org/officeDocument/2006/relationships" id="256" r:id="R7cefd315c4754748"/>
    <p:sldId xmlns:r="http://schemas.openxmlformats.org/officeDocument/2006/relationships" id="257" r:id="Rae6f05f92aad4a8a"/>
    <p:sldId xmlns:r="http://schemas.openxmlformats.org/officeDocument/2006/relationships" id="258" r:id="R184c4e7bc11e4156"/>
    <p:sldId xmlns:r="http://schemas.openxmlformats.org/officeDocument/2006/relationships" id="259" r:id="Re9fea19c7cc7449b"/>
    <p:sldId xmlns:r="http://schemas.openxmlformats.org/officeDocument/2006/relationships" id="260" r:id="R325fd0c5debc40bf"/>
    <p:sldId xmlns:r="http://schemas.openxmlformats.org/officeDocument/2006/relationships" id="261" r:id="R914faa06011d4a31"/>
    <p:sldId xmlns:r="http://schemas.openxmlformats.org/officeDocument/2006/relationships" id="262" r:id="Rd89c6666f8af43ec"/>
    <p:sldId xmlns:r="http://schemas.openxmlformats.org/officeDocument/2006/relationships" id="263" r:id="R63466783631b4762"/>
    <p:sldId xmlns:r="http://schemas.openxmlformats.org/officeDocument/2006/relationships" id="264" r:id="Rf5f0cfe546674ae8"/>
    <p:sldId xmlns:r="http://schemas.openxmlformats.org/officeDocument/2006/relationships" id="265" r:id="Rd23dd1eaa68c45df"/>
    <p:sldId xmlns:r="http://schemas.openxmlformats.org/officeDocument/2006/relationships" id="266" r:id="R7ac23bc30bc34900"/>
    <p:sldId xmlns:r="http://schemas.openxmlformats.org/officeDocument/2006/relationships" id="267" r:id="R89840073ce8f4704"/>
    <p:sldId xmlns:r="http://schemas.openxmlformats.org/officeDocument/2006/relationships" id="268" r:id="Rb2179fc29dab4490"/>
    <p:sldId xmlns:r="http://schemas.openxmlformats.org/officeDocument/2006/relationships" id="269" r:id="R4e33903f51cf447e"/>
    <p:sldId xmlns:r="http://schemas.openxmlformats.org/officeDocument/2006/relationships" id="270" r:id="Rf48eefc35d384399"/>
    <p:sldId xmlns:r="http://schemas.openxmlformats.org/officeDocument/2006/relationships" id="271" r:id="R4201af28d58442ce"/>
    <p:sldId xmlns:r="http://schemas.openxmlformats.org/officeDocument/2006/relationships" id="272" r:id="Rf599d30be30245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302234dd954e7e" /><Relationship Type="http://schemas.openxmlformats.org/officeDocument/2006/relationships/slideMaster" Target="/ppt/slideMasters/slideMaster1.xml" Id="R0cc71c8c16114db6" /><Relationship Type="http://schemas.openxmlformats.org/officeDocument/2006/relationships/notesMaster" Target="/ppt/notesMasters/notesMaster1.xml" Id="Rf691e018459f4d06" /><Relationship Type="http://schemas.openxmlformats.org/officeDocument/2006/relationships/presProps" Target="/ppt/presProps.xml" Id="Rf3f635c9818d4f9b" /><Relationship Type="http://schemas.openxmlformats.org/officeDocument/2006/relationships/tableStyles" Target="/ppt/tableStyles.xml" Id="R6edb34db34c74848" /><Relationship Type="http://schemas.openxmlformats.org/officeDocument/2006/relationships/slide" Target="/ppt/slides/slide1.xml" Id="R7cefd315c4754748" /><Relationship Type="http://schemas.openxmlformats.org/officeDocument/2006/relationships/slide" Target="/ppt/slides/slide2.xml" Id="Rae6f05f92aad4a8a" /><Relationship Type="http://schemas.openxmlformats.org/officeDocument/2006/relationships/slide" Target="/ppt/slides/slide3.xml" Id="R184c4e7bc11e4156" /><Relationship Type="http://schemas.openxmlformats.org/officeDocument/2006/relationships/slide" Target="/ppt/slides/slide4.xml" Id="Re9fea19c7cc7449b" /><Relationship Type="http://schemas.openxmlformats.org/officeDocument/2006/relationships/slide" Target="/ppt/slides/slide5.xml" Id="R325fd0c5debc40bf" /><Relationship Type="http://schemas.openxmlformats.org/officeDocument/2006/relationships/slide" Target="/ppt/slides/slide6.xml" Id="R914faa06011d4a31" /><Relationship Type="http://schemas.openxmlformats.org/officeDocument/2006/relationships/slide" Target="/ppt/slides/slide7.xml" Id="Rd89c6666f8af43ec" /><Relationship Type="http://schemas.openxmlformats.org/officeDocument/2006/relationships/slide" Target="/ppt/slides/slide8.xml" Id="R63466783631b4762" /><Relationship Type="http://schemas.openxmlformats.org/officeDocument/2006/relationships/slide" Target="/ppt/slides/slide9.xml" Id="Rf5f0cfe546674ae8" /><Relationship Type="http://schemas.openxmlformats.org/officeDocument/2006/relationships/slide" Target="/ppt/slides/slide10.xml" Id="Rd23dd1eaa68c45df" /><Relationship Type="http://schemas.openxmlformats.org/officeDocument/2006/relationships/slide" Target="/ppt/slides/slide11.xml" Id="R7ac23bc30bc34900" /><Relationship Type="http://schemas.openxmlformats.org/officeDocument/2006/relationships/slide" Target="/ppt/slides/slide12.xml" Id="R89840073ce8f4704" /><Relationship Type="http://schemas.openxmlformats.org/officeDocument/2006/relationships/slide" Target="/ppt/slides/slide13.xml" Id="Rb2179fc29dab4490" /><Relationship Type="http://schemas.openxmlformats.org/officeDocument/2006/relationships/slide" Target="/ppt/slides/slide14.xml" Id="R4e33903f51cf447e" /><Relationship Type="http://schemas.openxmlformats.org/officeDocument/2006/relationships/slide" Target="/ppt/slides/slide15.xml" Id="Rf48eefc35d384399" /><Relationship Type="http://schemas.openxmlformats.org/officeDocument/2006/relationships/slide" Target="/ppt/slides/slide16.xml" Id="R4201af28d58442ce" /><Relationship Type="http://schemas.openxmlformats.org/officeDocument/2006/relationships/slide" Target="/ppt/slides/slide17.xml" Id="Rf599d30be30245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d3ba5f1337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f826ee97fb4070" /><Relationship Type="http://schemas.openxmlformats.org/officeDocument/2006/relationships/notesMaster" Target="/ppt/notesMasters/notesMaster1.xml" Id="R44d54b42112c4e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d614205d24307" /><Relationship Type="http://schemas.openxmlformats.org/officeDocument/2006/relationships/notesMaster" Target="/ppt/notesMasters/notesMaster1.xml" Id="R6126b332d0d444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7e327b9dcc410f" /><Relationship Type="http://schemas.openxmlformats.org/officeDocument/2006/relationships/notesMaster" Target="/ppt/notesMasters/notesMaster1.xml" Id="Rfd556f57a47e4d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ec4081fbf04d1e" /><Relationship Type="http://schemas.openxmlformats.org/officeDocument/2006/relationships/notesMaster" Target="/ppt/notesMasters/notesMaster1.xml" Id="R2732c7f686cc49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226812e680477c" /><Relationship Type="http://schemas.openxmlformats.org/officeDocument/2006/relationships/notesMaster" Target="/ppt/notesMasters/notesMaster1.xml" Id="Rcf86fc257d6d4e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535b7233334a97" /><Relationship Type="http://schemas.openxmlformats.org/officeDocument/2006/relationships/notesMaster" Target="/ppt/notesMasters/notesMaster1.xml" Id="Rded7c79d70bd46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fdea222d2548be" /><Relationship Type="http://schemas.openxmlformats.org/officeDocument/2006/relationships/notesMaster" Target="/ppt/notesMasters/notesMaster1.xml" Id="R4dd045b5ef6542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7d4e0ff4f54dd2" /><Relationship Type="http://schemas.openxmlformats.org/officeDocument/2006/relationships/notesMaster" Target="/ppt/notesMasters/notesMaster1.xml" Id="R99538a52036946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85363b013140ec" /><Relationship Type="http://schemas.openxmlformats.org/officeDocument/2006/relationships/notesMaster" Target="/ppt/notesMasters/notesMaster1.xml" Id="Rdc978be1ca1345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b4e0e6e7da42bd" /><Relationship Type="http://schemas.openxmlformats.org/officeDocument/2006/relationships/notesMaster" Target="/ppt/notesMasters/notesMaster1.xml" Id="R8b7010904ef941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ed6719e5414b8c" /><Relationship Type="http://schemas.openxmlformats.org/officeDocument/2006/relationships/notesMaster" Target="/ppt/notesMasters/notesMaster1.xml" Id="Rdf644c6253344a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bdd24de78a4772" /><Relationship Type="http://schemas.openxmlformats.org/officeDocument/2006/relationships/notesMaster" Target="/ppt/notesMasters/notesMaster1.xml" Id="R748ed0c8af7844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1328e5652f4e04" /><Relationship Type="http://schemas.openxmlformats.org/officeDocument/2006/relationships/notesMaster" Target="/ppt/notesMasters/notesMaster1.xml" Id="R88d0d6c7f6e74d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07563fdeb34db8" /><Relationship Type="http://schemas.openxmlformats.org/officeDocument/2006/relationships/notesMaster" Target="/ppt/notesMasters/notesMaster1.xml" Id="R103d8e39bd384b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bdfc4b4ae44c31" /><Relationship Type="http://schemas.openxmlformats.org/officeDocument/2006/relationships/notesMaster" Target="/ppt/notesMasters/notesMaster1.xml" Id="R5083ed8977a54d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b6fd14c9874db7" /><Relationship Type="http://schemas.openxmlformats.org/officeDocument/2006/relationships/notesMaster" Target="/ppt/notesMasters/notesMaster1.xml" Id="Ra801b287a68e40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45568a73b94d75" /><Relationship Type="http://schemas.openxmlformats.org/officeDocument/2006/relationships/notesMaster" Target="/ppt/notesMasters/notesMaster1.xml" Id="Rc5e19dbccb2d44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73ad67d6646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47752a4e44472f" /><Relationship Type="http://schemas.openxmlformats.org/officeDocument/2006/relationships/slideLayout" Target="/ppt/slideLayouts/slideLayout1.xml" Id="R1ed5ff24ff76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d5ff24ff76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237ee481c4664" /><Relationship Type="http://schemas.openxmlformats.org/officeDocument/2006/relationships/notesSlide" Target="/ppt/notesSlides/notesSlide1.xml" Id="R2b8cb98cf7044a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42ea6c8144c5e" /><Relationship Type="http://schemas.openxmlformats.org/officeDocument/2006/relationships/notesSlide" Target="/ppt/notesSlides/notesSlide2.xml" Id="Rbd0e7c697b01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fc55db1c44e40" /><Relationship Type="http://schemas.openxmlformats.org/officeDocument/2006/relationships/notesSlide" Target="/ppt/notesSlides/notesSlide3.xml" Id="R92647a225f3940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54e14811a4db8" /><Relationship Type="http://schemas.openxmlformats.org/officeDocument/2006/relationships/image" Target="/ppt/media/image.png" Id="R084f51f9dc1a4de6" /><Relationship Type="http://schemas.openxmlformats.org/officeDocument/2006/relationships/notesSlide" Target="/ppt/notesSlides/notesSlide4.xml" Id="R51123fe15d504e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182e4a253420e" /><Relationship Type="http://schemas.openxmlformats.org/officeDocument/2006/relationships/image" Target="/ppt/media/image2.png" Id="Rc5690f1f07f04484" /><Relationship Type="http://schemas.openxmlformats.org/officeDocument/2006/relationships/notesSlide" Target="/ppt/notesSlides/notesSlide5.xml" Id="Rdaa9fbede2464d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94c0c59ca45c9" /><Relationship Type="http://schemas.openxmlformats.org/officeDocument/2006/relationships/image" Target="/ppt/media/image3.png" Id="R4c6ce062f1e246d5" /><Relationship Type="http://schemas.openxmlformats.org/officeDocument/2006/relationships/notesSlide" Target="/ppt/notesSlides/notesSlide6.xml" Id="Rf10ca8d6a19e48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4f00d01f843a8" /><Relationship Type="http://schemas.openxmlformats.org/officeDocument/2006/relationships/image" Target="/ppt/media/image4.png" Id="R8594d2c4cbc44943" /><Relationship Type="http://schemas.openxmlformats.org/officeDocument/2006/relationships/notesSlide" Target="/ppt/notesSlides/notesSlide7.xml" Id="R3905fdf4a75745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da762cdca4fb6" /><Relationship Type="http://schemas.openxmlformats.org/officeDocument/2006/relationships/image" Target="/ppt/media/image5.png" Id="R17fcec7896674f7d" /><Relationship Type="http://schemas.openxmlformats.org/officeDocument/2006/relationships/notesSlide" Target="/ppt/notesSlides/notesSlide8.xml" Id="R1ceb33508c6143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7e8035e604a3c" /><Relationship Type="http://schemas.openxmlformats.org/officeDocument/2006/relationships/image" Target="/ppt/media/image6.png" Id="R939108364b694b94" /><Relationship Type="http://schemas.openxmlformats.org/officeDocument/2006/relationships/notesSlide" Target="/ppt/notesSlides/notesSlide9.xml" Id="R83ff9b834e5a44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9d51bf3594613" /><Relationship Type="http://schemas.openxmlformats.org/officeDocument/2006/relationships/image" Target="/ppt/media/image7.png" Id="Rd0cb65bcb22d4cab" /><Relationship Type="http://schemas.openxmlformats.org/officeDocument/2006/relationships/notesSlide" Target="/ppt/notesSlides/notesSlide10.xml" Id="R540588ca76db4a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86cc70ae14666" /><Relationship Type="http://schemas.openxmlformats.org/officeDocument/2006/relationships/image" Target="/ppt/media/image8.png" Id="R4ed0f5e5bf434bed" /><Relationship Type="http://schemas.openxmlformats.org/officeDocument/2006/relationships/notesSlide" Target="/ppt/notesSlides/notesSlide11.xml" Id="R222446f108234a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a8a384ee54d71" /><Relationship Type="http://schemas.openxmlformats.org/officeDocument/2006/relationships/image" Target="/ppt/media/image9.png" Id="Rb31be479102e4254" /><Relationship Type="http://schemas.openxmlformats.org/officeDocument/2006/relationships/notesSlide" Target="/ppt/notesSlides/notesSlide12.xml" Id="R28f52be1eeb04d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ac74159754152" /><Relationship Type="http://schemas.openxmlformats.org/officeDocument/2006/relationships/image" Target="/ppt/media/image10.png" Id="Rba892a3888fb4185" /><Relationship Type="http://schemas.openxmlformats.org/officeDocument/2006/relationships/notesSlide" Target="/ppt/notesSlides/notesSlide13.xml" Id="R0116da6da72a41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fcd52e2c64711" /><Relationship Type="http://schemas.openxmlformats.org/officeDocument/2006/relationships/image" Target="/ppt/media/image11.png" Id="R487c88a293344fd3" /><Relationship Type="http://schemas.openxmlformats.org/officeDocument/2006/relationships/notesSlide" Target="/ppt/notesSlides/notesSlide14.xml" Id="R2009f8d2eff848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f2ab045bb423b" /><Relationship Type="http://schemas.openxmlformats.org/officeDocument/2006/relationships/image" Target="/ppt/media/image12.png" Id="Rcf4435ee4c1249a8" /><Relationship Type="http://schemas.openxmlformats.org/officeDocument/2006/relationships/notesSlide" Target="/ppt/notesSlides/notesSlide15.xml" Id="R6a34c18d83f04b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2ffd6f7314629" /><Relationship Type="http://schemas.openxmlformats.org/officeDocument/2006/relationships/notesSlide" Target="/ppt/notesSlides/notesSlide16.xml" Id="R8a3f1d961fe84c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e477dd24e4bd5" /><Relationship Type="http://schemas.openxmlformats.org/officeDocument/2006/relationships/notesSlide" Target="/ppt/notesSlides/notesSlide17.xml" Id="Rdc3118ddd2e440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3FBDC-840A-446E-A643-290971C8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A78"/>
                </a:solidFill>
              </a:defRPr>
            </a:pPr>
            <a:r>
              <a:rPr sz="1200" b="1">
                <a:solidFill>
                  <a:srgbClr val="0D7A78"/>
                </a:solidFill>
              </a:rPr>
              <a:t>NARRO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A7A9F-800E-41F8-B4CC-BAD64F62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F33"/>
                </a:solidFill>
              </a:defRPr>
            </a:pPr>
            <a:r>
              <a:rPr sz="3900" b="1">
                <a:solidFill>
                  <a:srgbClr val="0F1F33"/>
                </a:solidFill>
              </a:rPr>
              <a:t>상세 스토리보드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77807-9437-42E8-9FA8-F467834E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875"/>
                </a:solidFill>
              </a:defRPr>
            </a:pPr>
            <a:r>
              <a:rPr sz="1650" b="0">
                <a:solidFill>
                  <a:srgbClr val="5C6875"/>
                </a:solidFill>
              </a:rPr>
              <a:t>Galaxy S24 Ultra 기준 · 한국어 UI · 화면/메시지/예외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6F89F-ABE7-45BF-A992-6AE197B2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858F9-9D4C-4716-983D-ACC7377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F33"/>
                </a:solidFill>
              </a:defRPr>
            </a:pPr>
            <a:r>
              <a:rPr sz="1800" b="1">
                <a:solidFill>
                  <a:srgbClr val="0F1F33"/>
                </a:solidFill>
              </a:rPr>
              <a:t>문서 목적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F604A-08D8-4C1D-9CAF-5672F92A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F33"/>
                </a:solidFill>
              </a:defRPr>
            </a:pPr>
            <a:r>
              <a:rPr sz="1650" b="0">
                <a:solidFill>
                  <a:srgbClr val="0F1F33"/>
                </a:solidFill>
              </a:rPr>
              <a:t>기획·디자인·개발·QA가 동일한 화면 상태와 메시지 동작을 기준으로 구현하도록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132E8-98C0-46A0-9136-0556CBC0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7A78"/>
                </a:solidFill>
              </a:defRPr>
            </a:pPr>
            <a:r>
              <a:rPr sz="1350" b="1">
                <a:solidFill>
                  <a:srgbClr val="0D7A78"/>
                </a:solidFill>
              </a:rPr>
              <a:t>자동 소멸 메시지와 사용자 확인이 필요한 다이얼로그를 명확히 구분한다.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83997-6D3B-42FC-A18B-CBD47493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5"/>
                </a:solidFill>
              </a:defRPr>
            </a:pPr>
            <a:r>
              <a:rPr sz="1050" b="0">
                <a:solidFill>
                  <a:srgbClr val="5C6875"/>
                </a:solidFill>
              </a:rPr>
              <a:t>v1.0  |  2026-07-23</a:t>
            </a:r>
          </a:p>
        </p:txBody>
      </p:sp>
    </p:spTree>
    <p:extLst>
      <p:ext uri="{BB962C8B-B14F-4D97-AF65-F5344CB8AC3E}">
        <p14:creationId xmlns:p14="http://schemas.microsoft.com/office/powerpoint/2010/main" val="2132171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71E2CA-10DC-4A80-8728-2E1B3B38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A99F9-1110-4327-BC60-B5182DF0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메시지는 행동 필요 여부로 구분한다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39872-EFD5-4AE2-8886-24774254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확인이 필요하지 않은 메시지는 자동으로 사라지고 작업을 방해하지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CD835-982F-4D16-8720-6A8F495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3B737-6E2F-4369-96FB-C1515AC0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33909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94AE3-7A9E-4BFC-92CB-E0D69A2C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AD36D-EB60-4D9F-A096-45CB47FF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144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안내 · 자동 소멸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A4FED-45A4-4B1F-A7A6-B8B141F2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진행·완료·상태 변경을 알림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CCBC5-3017-4A23-8705-DE4A4B7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기본 3초, 완료 메시지 2초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1B060-EB22-49D9-B85C-2855CEC4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같은 영역에서 교체하고 연속으로 쌓지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42C7B-1629-4164-9AA7-F136B5D9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71600"/>
            <a:ext cx="33909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29935-F2A1-4671-85C9-6C51A22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716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2"/>
          </a:solidFill>
          <a:ln xmlns:a="http://schemas.openxmlformats.org/drawingml/2006/main" w="0">
            <a:solidFill>
              <a:srgbClr val="C83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0884F-BDC4-4212-87A5-BB48D96F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144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오류 · 자동 소멸/고정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6F386-A809-4F30-B9FC-8BABD76A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복구 가능한 오류는 5초 스낵바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1DD9B-8848-4C3F-BDA7-F0F92B68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860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입력 오류는 수정될 때까지 인라인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2DA36-50D0-4BA3-9BC9-46C29E63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860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작업 불가 오류는 전체 상태와 재시도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2EF4C-5C66-4398-87E4-4CEB7B4D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71600"/>
            <a:ext cx="33909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F72B8-E244-4B41-913C-FF9846E0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716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14"/>
          </a:solidFill>
          <a:ln xmlns:a="http://schemas.openxmlformats.org/drawingml/2006/main" w="0">
            <a:solidFill>
              <a:srgbClr val="C56A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E1297-C6CC-40BE-B378-92330B7A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144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판단 ·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36715-4E4C-4DCD-9C52-EEAB7A6B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삭제·보안 해제·중복 가져오기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B917F-5C98-4D2B-A83B-CC176D74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버튼은 취소를 기본 선택으로 배치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266AB-ED7F-4B96-88CA-79CEF5AA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다이얼로그 밖 터치로 닫지 않음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5EAE4-DCB4-4548-9204-0E7B1465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3390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D98B0-A8EF-41A5-8106-76E268CC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D6398-3F68-461A-9794-581670EF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3AE0D-12B1-4984-99D7-0EAB3D87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910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32C64-B4F0-47C0-9FF4-1914E625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52925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파일을 가져왔습니다.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CA1AB-F325-4C15-B771-E9341D40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14800"/>
            <a:ext cx="3390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63CD3A-EADA-4227-8226-87EE038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0DBCF2-5B83-49C7-BDE9-FF667A43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76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D7BAA-09AE-400C-8EF4-A287A0A4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4DCD60-2F57-42B4-9663-B9F15DEC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52925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다음 구간을 준비하지 못했습니다. 다시 시도해 주세요.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6CBB92-2C33-47A8-9F94-AF67B568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390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44E21-6663-4D4B-B064-118A365E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291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DBA784-132D-468B-8403-D4E3780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76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B6962B-A3E5-482C-A99B-FC8CDA51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3D445E-B02F-4919-96C9-1BD1DD5F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52925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%1$s 문서를 삭제할까요?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61FE63-87C9-4D11-87DB-7A97BFA8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0263B0-F442-480A-AD4B-5EA4109C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F33"/>
                </a:solidFill>
              </a:defRPr>
            </a:pPr>
            <a:r>
              <a:rPr sz="1350" b="1">
                <a:solidFill>
                  <a:srgbClr val="0F1F33"/>
                </a:solidFill>
              </a:rPr>
              <a:t>표시 원칙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CD6989-9171-4E62-AA38-5FBEA5A5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5"/>
                </a:solidFill>
              </a:defRPr>
            </a:pPr>
            <a:r>
              <a:rPr sz="1350" b="0">
                <a:solidFill>
                  <a:srgbClr val="5C6875"/>
                </a:solidFill>
              </a:rPr>
              <a:t>안내·복구 가능 오류는 화면 하단 스낵바, 입력 오류는 입력 영역, 사용자 판단은 중앙 다이얼로그로 표시한다.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970D03-6937-457C-B108-91806F24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8AA149-918F-4CEE-952B-DF6DB2C3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9472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822D18-1C01-42D2-8199-497A4A60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1582A-2FD6-466A-9A36-22A8519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사용자는 잠금에서 읽기까지 한 방향으로 이동한다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10669-6291-49B5-9E46-EE4AD278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설정과 북마크는 보조 흐름이며, 읽기 상태는 화면 전환 후에도 유지된다.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FDC4F-EEB0-4621-AB66-D90EA2A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08AB9-8E26-48F5-875A-825755A4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7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17D82-0C28-4310-B55D-25B65F26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7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95729-D5A0-4B3E-AA37-936A376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D1C8D-23C3-4551-B881-6C2285A8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7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7ADF3-22B5-4D34-975A-4CC56EFA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619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EB825-5357-4189-B66C-B7F64481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잠금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0CE5D-8DA4-4704-AD97-E8313541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875"/>
                </a:solidFill>
              </a:defRPr>
            </a:pPr>
            <a:r>
              <a:rPr sz="1050" b="0">
                <a:solidFill>
                  <a:srgbClr val="5C6875"/>
                </a:solidFill>
              </a:rPr>
              <a:t>PIN·생체인증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1970A-91AC-47AA-B0DC-DF058119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619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7B709-C9C3-4823-A30D-E66E7626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09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문서 목록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910A3-775C-4391-BA51-8BEBDFD0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875"/>
                </a:solidFill>
              </a:defRPr>
            </a:pPr>
            <a:r>
              <a:rPr sz="1050" b="0">
                <a:solidFill>
                  <a:srgbClr val="5C6875"/>
                </a:solidFill>
              </a:rPr>
              <a:t>가져오기·삭제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8DE1D-ADA2-4A4D-BBFD-4B9B37BD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1619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0D7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3C71B-216D-4EAA-B536-D6A66BFA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읽기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5E7A6-8B27-4D6C-8523-34EFDCA2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0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875"/>
                </a:solidFill>
              </a:defRPr>
            </a:pPr>
            <a:r>
              <a:rPr sz="1050" b="0">
                <a:solidFill>
                  <a:srgbClr val="5C6875"/>
                </a:solidFill>
              </a:rPr>
              <a:t>재생·일시정지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259FF-6F6E-4DED-A8F4-4A85538A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1619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82604-AECC-4AAB-A39B-9DAEAA2D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북마크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897A2-83C4-4DEE-95C2-EB8484B9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875"/>
                </a:solidFill>
              </a:defRPr>
            </a:pPr>
            <a:r>
              <a:rPr sz="1050" b="0">
                <a:solidFill>
                  <a:srgbClr val="5C6875"/>
                </a:solidFill>
              </a:rPr>
              <a:t>저장 위치 이동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93F8F-D971-41F5-BD3F-36A6610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619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D3135-7C74-4E80-A35D-218306FD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설정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2F7B0-009B-4E27-AD13-A70F2FA2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875"/>
                </a:solidFill>
              </a:defRPr>
            </a:pPr>
            <a:r>
              <a:rPr sz="1050" b="0">
                <a:solidFill>
                  <a:srgbClr val="5C6875"/>
                </a:solidFill>
              </a:rPr>
              <a:t>보안·음성·속도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CE5D1-3C44-4A5A-A7FF-12BF9422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5143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93BFB-3ACF-40DF-8DFA-BABFD66E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E958E-8774-43F6-AE38-858BBA76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상태 보존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20CDC-42E4-4508-ABBC-C000A264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뒤로가기·문서 전환·앱 종료 시 마지막 완료 문장 저장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673E8-119F-415B-AB0F-E3706B2F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비정상 종료는 이전 정상 저장 위치부터 재개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59A101-8294-4DD4-BFD0-B12BF0C0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문서 진입만으로 자동 재생하지 않음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F282A3-74AF-4F5E-BA6D-DB8E8E9E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5143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068140-A350-41BD-BDA5-74BD982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14"/>
          </a:solidFill>
          <a:ln xmlns:a="http://schemas.openxmlformats.org/drawingml/2006/main" w="0">
            <a:solidFill>
              <a:srgbClr val="C56A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47157-ED2D-4354-AEBA-D12F834C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81425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백그라운드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BDA7F8-95D4-4D08-85D2-CF127920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529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화면 잠금과 앱 백그라운드에서도 재생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297803-8BAD-44FF-93D0-C5616B6E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5295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다른 미디어 재생 시 일시정지 후 자동 재개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B3ECD0-4F25-4C7D-BEEC-9EAF5AF2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530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이어폰 해제 시 중지하고 자동 재개하지 않음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3A088-BA11-4740-B6EC-3054304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557278-5640-4C93-9FC0-8C4586EC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0191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85E0DC-03A3-4ACC-AA60-15B1A50D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44AE2-B502-47A3-B636-CEE0BC55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잠금 화면 · 정상 진입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53016-6C9F-44D4-BBF3-678DDBC6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생체인증 실패나 취소는 PIN 입력으로 자연스럽게 폴백한다.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D5DC4-A5B6-44F8-92D6-EA615D2A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f51f9dc1a4de6"/>
          <a:stretch xmlns:a="http://schemas.openxmlformats.org/drawingml/2006/main"/>
        </p:blipFill>
        <p:spPr>
          <a:xfrm xmlns:a="http://schemas.openxmlformats.org/drawingml/2006/main">
            <a:off x="946236" y="1257300"/>
            <a:ext cx="1955629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7A248-EC2D-4C27-83DE-E56FE3CD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1C896-22E5-4B8B-A820-46ADFECD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7EADC-D43E-4A00-993B-A8D4784E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C7443-1DB8-41C6-BDE3-7E51EFB9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생체인증 또는 4자리 PIN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590FF-ED63-46F0-8B07-15F70062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올바른 PIN이면 문서 목록 이동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03E4B-4098-4644-9FC8-CC093FB8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앱 잠금 해제는 설정에서 수행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C499D-8D2E-431A-BCC4-79CE8883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E6A71-5FA3-4B05-B30E-C37363F2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FA13D-7EBF-4838-AAA3-6A3F714F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8DD01-1160-4D04-A2AC-70F962AD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5회 실패 시 30초 입력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5595A-F0B4-45B7-91E8-E09D88EF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성공 시 실패 횟수 초기화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3FF15-8608-42AF-9502-AE9FD31F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실패 횟수와 제한 시각 영속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10974-B896-46A9-B6F5-ECE5272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DC929-C1E2-4769-94C7-9B131525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9CA03-8FFB-406A-8FE2-F9997D2B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3F888-16D5-4DEF-9C03-A5E50059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964E6-1BF0-4B41-8591-A9EC556C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생체인증을 진행해 주세요.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A0354-FE35-4EB9-8E18-83171B7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9049F-3540-4711-9517-E32BE3B7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C1389-E54F-4BDB-9158-FD09269A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DD5E4-0854-44BD-B85A-49FDBFB4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alt_017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7F8FB-9E90-44BA-8D41-32434EB8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PIN이 일치하지 않습니다. 다시 입력해 주세요.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DC034-A616-4DAD-861F-44C4916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B18435-13CA-430A-9B37-CFAE105E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B96AC4-6560-47C0-B071-AFC0C329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F86FA1-67B2-46A3-9547-33851B83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alt_019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7A996D-F3F8-4E55-8750-3330895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PIN을 너무 많이 잘못 입력했습니다. %1$d초 후에 다시 시도해 주세요.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D1CAB-4283-45F0-AD64-E7839DCE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771BE5-6A8D-4212-8827-C69EB562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41498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9CE37E-8C23-4CE2-89D8-32BD1D8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10AAE-242A-4BBF-8C18-AD0A1666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잠금 화면 · 보안 설정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D1271-52D2-478B-B633-47CA46E4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보안 약화와 복구 불가 작업은 반드시 사용자가 확인한다.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70693-CCD1-4FBB-90D6-32C50A3A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90f1f07f04484"/>
          <a:stretch xmlns:a="http://schemas.openxmlformats.org/drawingml/2006/main"/>
        </p:blipFill>
        <p:spPr>
          <a:xfrm xmlns:a="http://schemas.openxmlformats.org/drawingml/2006/main">
            <a:off x="946236" y="1257300"/>
            <a:ext cx="1955629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EAB29-60D5-473A-8B66-FEABEDD7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5C6C6-DCD9-450F-8F42-A53D2605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0C562-697D-4C46-92DE-4B9A4AA8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0030A-2F21-4CDA-A73C-72CADBCB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PIN 등록·변경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2242C-01EE-4350-8E9D-6E747793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생체인증 On/Off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67701-D51A-4DD8-809F-8B2C6A91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앱 잠금 Off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B689A-4A71-4BC4-BAD4-37A8B5D3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2333D-0136-4367-A077-8A9DF5CC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83D79-2061-47C0-B09D-63FB8C82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8D047-4071-4E3D-B331-B4DD103B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PIN은 PBKDF2 검증값으로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A480E-CA79-4D50-B04B-505AF0D5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생체정보는 OS 결과만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D3BD1-C1BD-46E8-828E-A757EDB5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잠금 해제 시 PIN/생체 설정 정리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9A29E-BE6B-43CD-AA7E-6F089942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70759-CB4E-4C79-95BF-0325AB23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9E4E5-3392-4364-A78D-34872A8C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B8D5B-C3DF-473A-B93E-A7BD2617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DBFD6-F133-4B4C-9D8D-E08231FB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PIN이 등록되었습니다.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0C3201-4FB9-4435-9957-0627303F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DB621E-3823-4A09-8C49-167713A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A1651-91ED-4E80-94BC-C9F95CFD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7FFBD-6558-46D6-84D7-48F1AFD1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218130-C8A4-4537-A40C-2C82D20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앱 잠금을 해제하면 Narro를 열 때 PIN을 확인하지 않습니다.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5CC82-43F1-4854-87F3-2084B31B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3CAD6-22D3-4167-8EBD-7A1FE374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16533-E236-432F-8722-3BCFDA64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CC51F-28C2-4A1C-8E74-2ED729AE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err_057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B4A2DE-0DA2-4DA1-9FAC-CCCB8BC4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보안 키가 무효화되었습니다. 앱 잠금을 다시 설정해 주세요.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C900DD-25F5-46E5-ABC9-2B60A966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8039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3C9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B30A45-AF13-4D90-B5C8-162DD09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8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14"/>
                </a:solidFill>
              </a:defRPr>
            </a:pPr>
            <a:r>
              <a:rPr sz="1050" b="1">
                <a:solidFill>
                  <a:srgbClr val="C56A14"/>
                </a:solidFill>
              </a:rPr>
              <a:t>사용자 판단 필요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232012-F3D2-43B2-9359-D37134B8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67425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F33"/>
                </a:solidFill>
              </a:defRPr>
            </a:pPr>
            <a:r>
              <a:rPr sz="1200" b="1">
                <a:solidFill>
                  <a:srgbClr val="0F1F33"/>
                </a:solidFill>
              </a:rPr>
              <a:t>앱 잠금 해제 · PIN 변경 · 손상된 PIN 초기화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B08E58-B6D4-4471-895E-F07028CA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24024A-7EA4-42FD-901C-FD46F3C0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36968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A05509-B7BB-48AD-A9AC-C8E1220B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95E1B-58FF-4FEE-94B9-361CC56A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문서 목록 · 빠른 상태 파악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2B547-DDA2-4C11-89A3-F3D57568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진행률과 파일 상태를 한 화면에서 확인하고 즉시 읽기를 시작한다.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4A360-AC64-4567-BDC8-040AE8A7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ce062f1e246d5"/>
          <a:stretch xmlns:a="http://schemas.openxmlformats.org/drawingml/2006/main"/>
        </p:blipFill>
        <p:spPr>
          <a:xfrm xmlns:a="http://schemas.openxmlformats.org/drawingml/2006/main">
            <a:off x="963822" y="1257300"/>
            <a:ext cx="1920456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80EE1-34C8-49EE-9B36-1C99F5EF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FE96E-69E0-4A28-80E7-43934F86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162DD-CAA3-40E3-AB72-FFF6B849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9FEF5-F4B9-4D25-B831-A36A064F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문서 선택 → 읽기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D72C2-F978-494C-A54A-E4A12473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+ 버튼 → 파일 선택기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627A0-08E2-42F0-8640-616A7F9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스와이프/롱프레스 → 삭제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1E310-C7E7-454C-BCC6-99CA7EEC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C0AFC-7370-4C64-A179-5FCB713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74DAB-3C10-4A7D-B510-47F750F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BC85C-5875-489B-862E-7D34B489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최신 가져오기 순 정렬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AFA84-A4C3-48C6-9070-6F7722CA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마지막 확정 위치로 진행률 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FFB67-F2CD-4ABF-AE89-07A9BD75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가져오기 작업은 진행 카드로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63476-D52C-402E-BA9C-EE2E0000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5AD4C-9963-4A10-9B27-090AA039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DACCA-D04E-4ACD-AFAC-890A6FC6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1671C-76B5-4ADF-86EE-F43F669B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FC649-959B-4120-A607-C991B4C1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%1$s 파일을 가져오고 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B3B70-8636-4411-8286-884D8A4A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72F56-6236-428C-8CB5-376E80EF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92197-781C-4A71-B8AF-88A2D758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18CB9-E166-4991-9485-B8CDE63F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62A990-CB71-40C6-80FD-8EBB1D9E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%1$s 파일을 가져왔습니다.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4D746-3640-4E7A-A170-319B3D8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80BAC-5B68-4644-9E8E-986F73E5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C7ECEB-BC41-4EA2-84BB-AC6DCE05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3BF92-B5F6-4311-B82B-C47227E2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6C5FBA-97CC-42EA-BFF5-3525565C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문서 목록을 불러오지 못했습니다.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10554-A8BD-4FD0-AC08-67B588E1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F241BC-2348-4506-AA18-33AAE135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7013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0B6FA-E203-4B14-BD89-DC6389D4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9982D-9520-4671-8EB7-E1619FA5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파일 가져오기 · 검증과 변환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85B63-0172-4F98-9906-640399B7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지원되지 않는 파일은 저장하기 전에 차단하고 임시 데이터를 정리한다.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7BA50-A130-4B6E-8226-7B44AB09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4d2c4cbc44943"/>
          <a:stretch xmlns:a="http://schemas.openxmlformats.org/drawingml/2006/main"/>
        </p:blipFill>
        <p:spPr>
          <a:xfrm xmlns:a="http://schemas.openxmlformats.org/drawingml/2006/main">
            <a:off x="963822" y="1257300"/>
            <a:ext cx="1920456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9C34D-DC84-4A3B-9B8C-13994B7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D3DEE-FB20-424A-A13E-D0549E84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F6FC9-6CE6-4E7E-A04A-C39D02FE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BFC96-9376-4585-9911-BD25A0D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TXT 파일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C5374-F2BA-40DE-A501-5B912FF7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중복 경고에서 계속/취소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C7AF8-81E6-4AC5-82E2-E005E816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진행 중 취소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67ECE-E3FC-4D81-9BBD-0F97599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2ECE7-5A98-4601-BD31-136CBCBF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9D184-2613-4DCD-B131-1C62CD61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86B08-7001-4E38-9CFB-880A716A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BOM→UTF-8→EUC-KR 순 판별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8FD29-1503-4713-A3CA-9CDEA6C2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UTF-8 스트리밍 변환·파싱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523CE-159D-4CAE-878B-E728310F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성공 후에만 DB와 원본 확정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4C1B7-D5D9-4544-A6D2-4D0636FF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271C0-E763-46EF-AC48-6278B314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E472D-F17F-4F60-AB61-AACDB0CC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74976-3109-4BE4-A945-AD113C87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1FB97-429B-4AC5-AB8E-AD442EAB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파일을 UTF-8로 변환하고 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4EDDE-A398-476C-88D7-3D65F02B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401422-B401-4273-8CE8-089DAA5E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C0F01-E097-44EC-A797-6EECD8FD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EC151-2CEC-4808-BB70-367D2A89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7BEF6-3D9D-48D5-8E50-91F1A4D4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이 문서와 내용이 같은 파일이 이미 있습니다. 그래도 가져올까요?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80A05-A940-442A-996C-F223182D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45A5E-51FB-4B22-83A5-D545A0F1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79923-8014-4C2D-9E1A-0468F200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AF35F-9976-458E-875A-07BC7D8F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BE9C7-49CA-4A0A-B798-E54D2B20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저장 공간이 부족하여 파일을 가져오지 못했습니다.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35B300-2792-41F0-9E75-C4CBB9E0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8039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3C9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0E0EEA-97BA-49BA-944F-F69DA713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8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14"/>
                </a:solidFill>
              </a:defRPr>
            </a:pPr>
            <a:r>
              <a:rPr sz="1050" b="1">
                <a:solidFill>
                  <a:srgbClr val="C56A14"/>
                </a:solidFill>
              </a:rPr>
              <a:t>사용자 판단 필요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AEB776-BE60-4E0B-B20D-6DB0AF6B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67425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F33"/>
                </a:solidFill>
              </a:defRPr>
            </a:pPr>
            <a:r>
              <a:rPr sz="1200" b="1">
                <a:solidFill>
                  <a:srgbClr val="0F1F33"/>
                </a:solidFill>
              </a:rPr>
              <a:t>중복 파일 계속 · 가져오기 취소 · 20 MiB 초과 파일 거부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6CC754-AD18-4E30-9446-33EAB4CF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F3C7E1-A3BB-461A-8C76-157B13BF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15814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9F8F7F-9C54-4C2E-A3B2-FE82A708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621AD-C1CF-4F3A-A27A-82AB8799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읽기 화면 · 재생은 두 개의 행동만 제공한다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62F63-2AEF-4926-8126-4DBC429B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사용자는 재생/일시정지와 북마크에만 집중한다.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66BBB-A9D5-4EE2-9BFE-EFCB84B0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cec7896674f7d"/>
          <a:stretch xmlns:a="http://schemas.openxmlformats.org/drawingml/2006/main"/>
        </p:blipFill>
        <p:spPr>
          <a:xfrm xmlns:a="http://schemas.openxmlformats.org/drawingml/2006/main">
            <a:off x="921614" y="1257300"/>
            <a:ext cx="2004871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589A0-01CD-4160-BD44-9514F5A2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5BC95-406D-4708-872F-C3AC3478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5EE6A-AFBF-4683-B62A-95D61A91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4E0BC-D04D-4913-9D7D-D0861809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재생/일시정지 토글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9712C-CECF-4D2F-BF4E-CA4B0B3C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현재 위치 북마크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55A83-79E1-45C0-A183-5A877B77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수동 스크롤 후 현재 위치 복귀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4C533-74A2-4850-90B4-9A2338F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12606-38E0-48AF-8B16-EB9958E1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1266D-E34E-4E23-BA25-3FCC29FB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FB10B-F85C-468B-BD75-F1C91A54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이전·현재·다음 구간만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F3A53-FE10-4BF0-A6A3-BA3D1FE9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다음 구간 첫 발화를 미리 큐 등록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B21E1-E00D-4EF1-887A-584D164C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뒤로가기 시 위치 저장 후 내부 중지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0F855-2B5F-4E53-8074-B47F78B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0DCF1-B76F-43A6-8EAF-DD250278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5DF74-880F-4C11-ABB8-2B7E5F31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5FDA4-73D9-43F5-8162-982A4C75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7A6C6-587D-4A64-A638-4A84B70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재생을 시작합니다.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5F7CB-7501-4E3B-B640-589171E9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364846-BF41-47DF-AB86-6290B95A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6F291-9561-4D15-9760-22BC5C12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75F8F7-92FE-4D8E-A7C7-54CAA0EF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66FFD4-1A57-4CC6-9199-D30876F0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재생을 일시정지했습니다.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2D816E-C3D5-4C73-BE75-E58D2C20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168A83-DDE9-40EB-A7DA-8AB80488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B458A6-D59F-4A65-AB82-D30ADEF7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19EEB-486E-48CD-ACCB-4F52C366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msg_037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DB1EEC-3233-41A1-820E-63AEF92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현재 위치에 북마크를 추가했습니다.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DD2B63-097B-44B9-97CB-AA745E5C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10A66-B8F4-4162-B750-2B255EBB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92782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F02ED8-FB81-424F-9280-D7B4F6E9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815B0-57E4-4FE6-9D2B-D86CAEF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읽기 화면 · 끊김과 출력 변경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EF33F-B664-4275-904C-FD1138F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자동 복구 가능한 상황과 사용자가 선택해야 하는 상황을 나눈다.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12C50-96D4-4492-B12C-EE805B0F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108364b694b94"/>
          <a:stretch xmlns:a="http://schemas.openxmlformats.org/drawingml/2006/main"/>
        </p:blipFill>
        <p:spPr>
          <a:xfrm xmlns:a="http://schemas.openxmlformats.org/drawingml/2006/main">
            <a:off x="921614" y="1257300"/>
            <a:ext cx="2004871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DE2CC-7E13-464C-9D87-811E02E0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76CC6-CC78-4F51-A37C-46ECBBF8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63CC3-3848-4BB4-A359-93116741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4E714-E499-44EA-B735-6E13F763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다른 미디어 종료 후 자동 재개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6EA53-6371-437D-AE44-D046DB9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이어폰 해제 후 직접 재생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0CDEE-85B3-4B6C-B746-DB5E6D91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다른 문서 선택 시 전환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ED70F-C2F8-4BA0-ADF4-1B927B94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8F266-E0E4-4C38-B6A3-7F87210C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0DE8D-4EE2-4008-BDC5-354AF4F1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BA56C-5590-4536-A73B-82A41808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오디오 포커스 일시 상실은 Pause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D5087-3677-4911-9D7F-107A69B9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영구 상실·출력 분리는 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BEA48-3E9B-4D4D-9221-F02E865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세션 ID가 다른 늦은 콜백 무시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0014D-22DF-451A-A8FB-AEBF8D0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6C8A7-C5D0-41B8-A919-1BC9AC7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7C2AD-17E0-413E-82CD-1774F985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D19B2-BA3B-4A0C-B4E0-38692AC5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91326-DF38-4F6A-B6E9-A2EC08A6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다른 미디어가 재생되어 Narro를 잠시 멈췄습니다.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65FDD-A773-4323-B928-83C0613F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2A0A35-78E9-49E7-B6D0-487B2FD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C99DD4-143A-40D2-8853-E2150337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4B0FB-3DC8-4D41-8AA0-FAF16D3B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msg_033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9D0874-2B54-4832-82F4-B02FEC72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이어폰 연결이 해제되어 재생을 멈췄습니다.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CEE8AB-F46D-4611-B013-9A8005A8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E7AB53-F382-4F6D-8956-24FE3741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15639-38AE-48F0-A2AA-1E1E6BA8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C79F15-1C43-4C6B-95C7-D1E600CA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alt_033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8F106-9181-4227-BE17-4B79EC35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현재 재생을 종료하고 다른 문서를 열까요?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4DEAD5-3970-4BA2-9DC5-8B3DFFAF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8039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3C9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5EDCD-D284-46AD-AA81-2D85AD57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8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14"/>
                </a:solidFill>
              </a:defRPr>
            </a:pPr>
            <a:r>
              <a:rPr sz="1050" b="1">
                <a:solidFill>
                  <a:srgbClr val="C56A14"/>
                </a:solidFill>
              </a:rPr>
              <a:t>사용자 판단 필요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412513-8891-4EDD-945F-3699CD2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67425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F33"/>
                </a:solidFill>
              </a:defRPr>
            </a:pPr>
            <a:r>
              <a:rPr sz="1200" b="1">
                <a:solidFill>
                  <a:srgbClr val="0F1F33"/>
                </a:solidFill>
              </a:rPr>
              <a:t>단말 스피커로 계속 재생 · 다른 문서로 전환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94ADE4-19D4-4A4D-B7E3-9FE2DB3B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802C7B-10A1-4F4E-A12E-0865099A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539754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45B589-18CD-44D7-BBFE-41E1403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D3E66-F108-4E01-A853-CD807B9C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북마크 · 문장 위치를 다시 찾는다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7EC86-9A51-471E-B470-22229D01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북마크는 문장 인덱스와 문자 위치를 함께 사용해 복원한다.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06B1F-0003-416D-81C5-D6923E03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b65bcb22d4cab"/>
          <a:stretch xmlns:a="http://schemas.openxmlformats.org/drawingml/2006/main"/>
        </p:blipFill>
        <p:spPr>
          <a:xfrm xmlns:a="http://schemas.openxmlformats.org/drawingml/2006/main">
            <a:off x="963822" y="1257300"/>
            <a:ext cx="1920456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37CFB-1379-4B28-9292-E5C7C29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E05C1-377B-4230-AA37-B4A55143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13C68-2B6E-4E14-8253-2C478E26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0B277-F91F-495D-AFA9-7896D34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북마크 선택 → 해당 위치 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B9BBD-B174-4065-8C54-35C65E3A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개별 북마크 삭제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F8F83-81F9-4230-87E4-3EEA5F2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파일별 그룹 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C04BD-D5B3-4D83-9060-ECF427E9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FC1A3-C815-4BD3-A0F4-816E95DD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95931-B70F-4953-BB30-0D2F9D03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EA578-7BB2-4DDE-8128-9737EAD4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해시·파서 버전 일치 시 즉시 이동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F7C9A-E84E-4B3A-A2BB-8EA5F786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불일치 시 문자 위치로 재탐색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48A0F-2621-433C-AE4E-A14AC23C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문서 삭제 시 cascade 삭제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360B2-4A30-4F6C-A743-E3FEF4B1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6AA71-D1C1-441A-B774-9EE5D1ED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3F738-724B-430F-87E3-D8DEAB55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E0BB6-5031-4665-AD2C-69981257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msg_039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9E568-BAE0-4306-95AE-EE8DAA7F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북마크 위치로 이동했습니다.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BDF5F-7ED2-4A67-9A3D-13134883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7F4EE6-EA2E-4D00-BECF-C394BD91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B31D8B-B2D8-4F59-AB4E-B35F194A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644E7-D5E4-44DF-AF13-9AC341A3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2C00C7-B85B-4CA6-989C-683BD5AF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이 북마크를 삭제할까요?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5F49B-56B7-4939-8F53-430006B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490943-1316-448D-9E63-D1A93C64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D8C764-154B-49F5-B76F-0010B6B9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6F9740-A4D0-4A38-A40D-FF75AE8C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err_043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21CB5-FE66-4A4D-A07F-E1799A4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북마크 위치를 찾을 수 없습니다.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77A0A8-15CC-4FDB-96E4-F5848CA9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8039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3C9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734D37-C7C4-4352-9119-6B76D594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8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14"/>
                </a:solidFill>
              </a:defRPr>
            </a:pPr>
            <a:r>
              <a:rPr sz="1050" b="1">
                <a:solidFill>
                  <a:srgbClr val="C56A14"/>
                </a:solidFill>
              </a:rPr>
              <a:t>사용자 판단 필요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8E62D6-FF21-4011-8AE2-221C5AC2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67425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F33"/>
                </a:solidFill>
              </a:defRPr>
            </a:pPr>
            <a:r>
              <a:rPr sz="1200" b="1">
                <a:solidFill>
                  <a:srgbClr val="0F1F33"/>
                </a:solidFill>
              </a:rPr>
              <a:t>북마크 삭제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560561-9B43-4BFA-AC18-1EFF87C5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C3092C-3D55-4B99-89EA-25077019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26112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902944-4A56-4F6A-9EFA-128C65C5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3CDD5-1CA8-470F-B35C-1F1B825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설정 · 읽기 경험과 보안을 한곳에서 관리한다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2427D-D781-4FF6-B39E-6143245E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변경 가능한 값과 시스템 설정으로 이동하는 값을 구분한다.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8D566-450D-469D-9561-F460F9AD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0f5e5bf434bed"/>
          <a:stretch xmlns:a="http://schemas.openxmlformats.org/drawingml/2006/main"/>
        </p:blipFill>
        <p:spPr>
          <a:xfrm xmlns:a="http://schemas.openxmlformats.org/drawingml/2006/main">
            <a:off x="925132" y="1257300"/>
            <a:ext cx="199783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8155B-1551-4040-A785-18541A4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B85EA-9AA1-4A38-9B9D-C968D0C8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28FA3-6479-4E8B-BCB3-49AF6807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79630-B763-4512-A9C8-9B1DA74C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앱 잠금·생체인증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9F6B6-AA16-4C55-B416-64601794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음성·속도·문장 간격 설정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4E45D-FAAD-408B-8A0B-16D1652D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앱 언어·알림·저장 공간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C8A06-36C1-424F-AFE4-9D678786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BAE36-E3B3-43F8-8AC7-1C143E94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17083-8034-4E41-BDA5-6D9AB647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0D16E-2449-4763-AB3F-A8B0C061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변경 즉시 DataStore/Room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EE51C-C006-4799-8FB9-B507264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존재하지 않는 음성은 기본값 폴백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BF487-8FEA-4ACB-8036-033EEBF3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언어 변경 후 재생 위치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A2CDE-0D2E-45D1-ACE7-98B7E6EB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87F5F-F449-423C-8DF6-6F0FF365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DFF9E-EA3D-4746-AC9B-707B45F8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73B28-4436-4B59-A218-D37FCDE5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msg_041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35E5D-CF03-4455-A981-F420CCEC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음성이 변경되었습니다.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E46F6-FE37-451C-A2D4-23002A66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28BDB-462B-4C16-8405-9AEAFE69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668A4-035A-4056-AC9A-DE57C0A1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3757D-3546-4EC5-B76B-5F5C1FF2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4D437-9C3C-43D4-850B-65E33197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읽기 속도가 %1$s로 변경되었습니다.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48A2B2-FDCC-40E1-8442-0C23A85D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F9B4A-CF39-45B3-98A4-34BC183C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87594B-ABA6-49E2-966D-AA1BCC31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7E749-EB15-459A-9D7E-CD47EA02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err_048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C84A1-E04D-4CCA-94B0-B4BAF555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설정을 저장하지 못했습니다.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183052-C137-49F0-958F-9C5A9700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4BDC31-38F5-4521-BEBF-A6C2C973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1160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A670F1-4A5B-486B-8C49-913B5E35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6B312-D2D8-4C6A-9AB3-32A19C7A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설정 · 언어와 음성은 서로 독립적이다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7598F-99FC-4D04-889A-BF1BFBAF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앱 표시 언어와 문서 낭독 언어를 혼동하지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8CAD6-4336-4ED7-B2CE-D92BEE45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be479102e4254"/>
          <a:stretch xmlns:a="http://schemas.openxmlformats.org/drawingml/2006/main"/>
        </p:blipFill>
        <p:spPr>
          <a:xfrm xmlns:a="http://schemas.openxmlformats.org/drawingml/2006/main">
            <a:off x="925132" y="1257300"/>
            <a:ext cx="199783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435DC-E1C8-4FF3-AF5B-3964F14A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270E5-9AEB-4166-81F6-A1A3E0DF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91244-EC0D-4D31-90E8-41FADD1B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0406A-54DD-4BE4-B8C0-9A8AC663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앱 언어 → 시스템 설정 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B84CC-97E3-4D7A-808D-4AD8C240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문서별 TTS 언어·음성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CE86B-A6AC-4C6F-A390-911B88F2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설치되지 않은 음성은 설정으로 이동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E98EE-7135-44F9-861C-D38CA75E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86B0D-86C2-4B9B-92AD-61C47621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50DE9-2292-47E7-A709-D37355E5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C9779-3007-473D-A08C-22DD711B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UI는 시스템 locale 리소스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FE72C-D1E9-432F-97D6-F0BDC909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미지원 UI 언어는 영어 폴백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B0175-7F15-4DCF-B62D-DCB56371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TTS 언어는 DocumentEntity에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D365F-8D80-4849-9389-3C1C67AA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D6122-3B3E-4C49-B55F-11C0926F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F5DD6-6BEE-49A8-A98F-4D0B0FCC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자동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0BD8C-FF26-4CBE-9893-E65AEF5B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7A78"/>
                </a:solidFill>
              </a:defRPr>
            </a:pPr>
            <a:r>
              <a:rPr sz="900" b="1">
                <a:solidFill>
                  <a:srgbClr val="0D7A78"/>
                </a:solidFill>
              </a:rPr>
              <a:t>msg_043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C943A-2D90-439F-9215-F7C16520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시스템 언어 설정을 적용했습니다.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311B5-09C1-4859-A4B0-7CED50E5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AC903-9CB6-444F-8200-E7E14F58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B1E07-587C-4922-A651-604391EB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EC8365-B144-45AC-ABE0-406C4E16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E2069F-DA26-4ECF-B0DA-1CA74D57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선택한 언어의 음성이 설치되어 있지 않습니다.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617D7-9909-47B5-A2BF-9C292F16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A897B-642C-43C2-B839-02E2E84A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B9CE51-2C77-4679-88F8-17E506F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EA0929-6933-4EF4-B38B-35FA4F2E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6FA2A9-9068-4BDA-A801-C38D0C49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문서 언어와 선택한 음성 언어가 다릅니다. 그대로 재생할까요?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DF974D-9281-4EEC-B4A8-04561E1D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8039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3C9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101464-BB29-4A8A-A9F4-482C5A88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8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14"/>
                </a:solidFill>
              </a:defRPr>
            </a:pPr>
            <a:r>
              <a:rPr sz="1050" b="1">
                <a:solidFill>
                  <a:srgbClr val="C56A14"/>
                </a:solidFill>
              </a:rPr>
              <a:t>사용자 판단 필요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2012A1-4255-4BB8-B013-3BD6ED0A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67425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F33"/>
                </a:solidFill>
              </a:defRPr>
            </a:pPr>
            <a:r>
              <a:rPr sz="1200" b="1">
                <a:solidFill>
                  <a:srgbClr val="0F1F33"/>
                </a:solidFill>
              </a:rPr>
              <a:t>음성 데이터 설치 · 언어가 다른 음성으로 계속 재생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9B2A96-49CC-4E07-8CAE-1D105AE5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EBF925-1565-40CF-9068-1AEF8E9D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93634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19128B-F0BA-4552-84F2-0305A3F2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0CEE0-852F-48AE-A5A9-61195FDA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문서 삭제 · 확인 후 완전히 제거한다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0E9F8-8F16-4705-9A2D-3FB5401C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파일, 구간, 북마크, 진행률을 한 작업으로 정리한다.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55572-5103-442B-AB60-27ABE6D7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92a3888fb4185"/>
          <a:stretch xmlns:a="http://schemas.openxmlformats.org/drawingml/2006/main"/>
        </p:blipFill>
        <p:spPr>
          <a:xfrm xmlns:a="http://schemas.openxmlformats.org/drawingml/2006/main">
            <a:off x="963822" y="1257300"/>
            <a:ext cx="1920456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EC7E9-BE72-4840-9BE6-C759D0E1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7883F-4E64-4A4E-8477-EE1A4E0C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7871C-E325-4EAB-B65D-18E77581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37ED3-5F75-4BF3-AFB2-E9D602E9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삭제 동작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3AA22-386E-4D82-B925-CA843986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파일명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3851D-3737-4A8C-8CC9-54464398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취소 또는 삭제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775D3-2551-449C-B527-501F6686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40D3C-1B90-4AC7-B211-3FB9BB9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60AB5-D8C3-4696-95BF-5E098C6D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54D3E-3F65-4B63-A140-57E29686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재생 중이면 먼저 내부 중지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AF157-5391-41C0-9DFB-DD4C2CB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파일 삭제 성공 후 DB hard delete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FFEDA-CBBF-4097-ACDB-FB3D202E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실패 시 목록 항목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34089-22EA-446D-921D-BBB6C573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C6051-ED9C-41D1-A46B-95E8E38F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F4A7B-AFF3-48A9-8758-13F85063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954A0-9BE5-41B4-9D53-599987F1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0C2B8-0203-4320-9E7A-BF9A9A1A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%1$s 문서를 삭제할까요?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6EA59-53FA-4DC1-B5E3-7AA114E1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9416C-4F45-4899-B83D-D24C01D9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D92129-6956-46BE-8CC7-8E2E89B1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7DE38-B944-4506-897C-77ED0DA5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E2811-485D-44EE-89E1-F883F1FA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문서를 삭제하면 읽기 위치와 북마크도 함께 삭제됩니다.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C4EA1-BFF4-4420-B286-8DA1F4BB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3A006-6A11-4E5B-965B-B37F1755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BE3D78-4429-4F75-BB74-8EE70BE6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336CAB-98A7-46C2-BF69-37A3E990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err_045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509BE-37A3-469F-B874-D23DB3F9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문서를 삭제하지 못했습니다. 잠시 후 다시 시도해 주세요.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27BF9D-627D-423C-9A03-05DC7143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8039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3C9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C87F8C-12AB-46C8-85BF-F5AF4E0E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8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14"/>
                </a:solidFill>
              </a:defRPr>
            </a:pPr>
            <a:r>
              <a:rPr sz="1050" b="1">
                <a:solidFill>
                  <a:srgbClr val="C56A14"/>
                </a:solidFill>
              </a:rPr>
              <a:t>사용자 판단 필요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B10292-566B-4079-8AC7-B344746C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67425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F33"/>
                </a:solidFill>
              </a:defRPr>
            </a:pPr>
            <a:r>
              <a:rPr sz="1200" b="1">
                <a:solidFill>
                  <a:srgbClr val="0F1F33"/>
                </a:solidFill>
              </a:rPr>
              <a:t>삭제 취소 · 영구 삭제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FD25E4-3939-45D3-9FE3-9FB7AD72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6B7FA5-405B-4E6B-9ADA-43B64C11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24395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429683-2F8B-4824-9173-41012FD4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20686-D9BE-4EAB-B8E8-50B40185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저장 공간과 백업 · 한도를 미리 알린다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D4224-5089-471D-A21D-11C8F61E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Auto Backup 한도 초과는 사후 오류가 아니라 가져오기 전에 경고한다.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4F0CA-7C21-4A51-94A4-8F46A487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c88a293344fd3"/>
          <a:stretch xmlns:a="http://schemas.openxmlformats.org/drawingml/2006/main"/>
        </p:blipFill>
        <p:spPr>
          <a:xfrm xmlns:a="http://schemas.openxmlformats.org/drawingml/2006/main">
            <a:off x="925132" y="1257300"/>
            <a:ext cx="199783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3C22D-F732-401A-AA36-A58A86E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B3228-E6E8-47BA-9E7C-E7539160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E8586-A475-4C75-872C-3BCE48E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7792D-3227-458C-BBAB-C9C34F0C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저장 공간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4B347-C507-46BE-8593-2E1AF53D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20 MiB 초과 경고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D2DB6-0A44-4F7E-A044-8175DA9D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불필요한 문서 삭제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7FAC1-7003-417C-80CC-27FD801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EA163-A8BA-4871-BAF8-FC6EC11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1EB75-E21D-426E-9F86-8185727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B8208-4AA3-480F-910C-A8390616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로컬 최대 200 MiB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8F139-640D-4E05-9359-396B33C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백업 권장 문서 총량 20 MiB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43EB9-1ED1-431B-BC9E-D28A40AA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PIN·Keystore 데이터는 백업 제외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8F396-BA73-44CA-BEFB-53E41B5B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24B37-C9A8-4E0B-89A0-996CC263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D1C63-23B8-4E15-831C-6391AB99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2151F-B4DF-4475-82F6-D2CD4EF8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7D2C3-483E-4805-BC59-73D6024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저장된 문서가 20 MiB를 초과하면 Google Drive 기기 백업이 되지 않을 수 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ADFD4-DF12-4459-9F7D-3312F7B8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906D6C-B9D3-4BF0-9830-F250A7DE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FDD5E-1153-487E-82C5-54F741AB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E3BABB-7691-40BC-AA55-EC3EC88B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6A14"/>
                </a:solidFill>
              </a:defRPr>
            </a:pPr>
            <a:r>
              <a:rPr sz="900" b="1">
                <a:solidFill>
                  <a:srgbClr val="C56A14"/>
                </a:solidFill>
              </a:rPr>
              <a:t>alt_032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B88C81-675B-4F2A-AEBA-0A8B96FD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백업 복원 후 보안을 위해 앱 잠금이 해제되었습니다. 다시 설정해 주세요.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1FF1EE-2561-4402-A90F-B33C7557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1B67B-7EBC-4D14-B9D6-7EBC2D63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389D8D-BB65-4153-B72B-9EBA93D5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53BD12-440C-4FB8-998C-C9BABF7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err_051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7463F2-E6EF-41EA-B5C9-0F51AAB7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백업 데이터를 복원하지 못했습니다.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17F7F6-404B-419C-901E-07978DB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8039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3C9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A8D490-9C3C-4FF1-BBF9-47AC66DB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8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14"/>
                </a:solidFill>
              </a:defRPr>
            </a:pPr>
            <a:r>
              <a:rPr sz="1050" b="1">
                <a:solidFill>
                  <a:srgbClr val="C56A14"/>
                </a:solidFill>
              </a:rPr>
              <a:t>사용자 판단 필요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102D09-EEE3-467A-8C24-D525A723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67425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F33"/>
                </a:solidFill>
              </a:defRPr>
            </a:pPr>
            <a:r>
              <a:rPr sz="1200" b="1">
                <a:solidFill>
                  <a:srgbClr val="0F1F33"/>
                </a:solidFill>
              </a:rPr>
              <a:t>백업 한도를 넘겨 계속 가져오기 · 복원 후 앱 잠금 재설정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471535-42AC-4D4F-B9FA-B37575DB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C1B78D-C724-4EFB-B12D-8EC2678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34961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7B0104-7E57-448B-97AE-B56A1059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DDAB3-9281-48EA-892D-94C676D3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화면 공통 오류 · 복구 행동을 바로 제공한다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EA11E-80D3-4A2D-AFEB-AD7C3B20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구체적인 오류를 우선 사용하고 알 수 없는 오류는 최후의 폴백으로만 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A72CD-83E1-45C3-BB20-485ED14E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435ee4c1249a8"/>
          <a:stretch xmlns:a="http://schemas.openxmlformats.org/drawingml/2006/main"/>
        </p:blipFill>
        <p:spPr>
          <a:xfrm xmlns:a="http://schemas.openxmlformats.org/drawingml/2006/main">
            <a:off x="963822" y="1257300"/>
            <a:ext cx="1920456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63C2A-112B-404A-B22B-AE95FBCB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EADDB-59FA-4937-9013-2F13FFBD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78"/>
          </a:solidFill>
          <a:ln xmlns:a="http://schemas.openxmlformats.org/drawingml/2006/main" w="0">
            <a:solidFill>
              <a:srgbClr val="0D7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41C80-1BB5-4020-B65E-3D412813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001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사용자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B61F1-AEE8-4836-BCFF-C13C53C4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다시 시도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A6065-0EE1-4064-973D-5D91EC26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717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다른 파일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70FA0-682E-44CB-A201-9CB77C4B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시스템 설정 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0DB9D-267A-43A2-91D0-BBB508D9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2CBF3-7FE9-4103-9E3D-261E3941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0">
            <a:solidFill>
              <a:srgbClr val="0F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007AF-B345-4EAF-A7FC-438FB373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F33"/>
                </a:solidFill>
              </a:defRPr>
            </a:pPr>
            <a:r>
              <a:rPr sz="1500" b="1">
                <a:solidFill>
                  <a:srgbClr val="0F1F33"/>
                </a:solidFill>
              </a:rPr>
              <a:t>시스템 동작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9E5AC-5433-4975-8BC4-DA6AB5EF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사용자 화면에는 내부 경로·스택 미노출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AD78D-5821-4735-889D-0C065B6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메시지 ID와 내부 오류 코드를 로그에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00BF4-8016-4FA5-945A-4A153ED7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• 연속 오류는 하나의 영역에서 교체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16365-F36C-4ADB-87A5-90F8AB78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BEF79-1845-43DF-B396-7F4E7891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E2066-FDD2-4F85-8F2C-DE672D8E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A22FB-8A9C-4185-8B60-34335612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54988-AF07-45F7-A353-F3224B1F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시스템 오류가 발생했습니다.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58680-A92E-4096-B66B-E4DC4DD5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A9539-189A-4EFB-BC1E-DEA0BA9E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8DDCE-769C-4600-8AC9-332EE04F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F4E0EA-4DAF-47DC-B3F1-140F8CC7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err_058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20326E-8BB1-40AD-A42D-A292A856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처리 시간이 너무 길어 작업을 중단했습니다. 다시 시도해 주세요.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D52DA7-830D-45EE-BF25-C352FD3A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8039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1D95A-A503-43A0-B6B2-1AFE0F7E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A7F390-82EF-40BE-A898-592E7354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오류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4B0B2F-6C0D-4A67-8251-10835DF9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D32"/>
                </a:solidFill>
              </a:defRPr>
            </a:pPr>
            <a:r>
              <a:rPr sz="900" b="1">
                <a:solidFill>
                  <a:srgbClr val="C83D32"/>
                </a:solidFill>
              </a:rPr>
              <a:t>err_060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255EAA-CA67-477C-9E04-DB3DACE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95825"/>
            <a:ext cx="718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F33"/>
                </a:solidFill>
              </a:defRPr>
            </a:pPr>
            <a:r>
              <a:rPr sz="1125" b="0">
                <a:solidFill>
                  <a:srgbClr val="0F1F33"/>
                </a:solidFill>
              </a:rPr>
              <a:t>알 수 없는 오류가 발생했습니다. 앱을 다시 실행해 주세요.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21054-7CC7-49ED-ACEC-8C19110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590919-5F21-45BD-84D4-ADB29035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2906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3A12AF-2E87-400B-86C9-ADAA6D3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EC7DC-8FF4-4FCD-994E-72478035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표시 시간과 닫힘 규칙을 일관되게 적용한다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357E1-9D08-48F3-920A-3DD08D2D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메시지 유형이 같으면 모든 화면에서 같은 방식으로 동작한다.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43C04-E020-4E87-BBD9-30B9AE62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62D70-A2BE-46EA-B4C2-2978A758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2038350" cy="34099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773DE-505F-4543-B1F1-5C744692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1863E-B283-475F-97E4-F9810AE8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진행 안내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BC66B-9203-46F4-B5A5-D108CD67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작업 중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2823F-A0DE-4416-B911-230A6D05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875"/>
                </a:solidFill>
              </a:defRPr>
            </a:pPr>
            <a:r>
              <a:rPr sz="1275" b="0">
                <a:solidFill>
                  <a:srgbClr val="5C6875"/>
                </a:solidFill>
              </a:rPr>
              <a:t>새 상태로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814BD-D6B2-474A-9B77-A5D579B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직접 닫기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A4B8C-08E1-4D8E-A7F1-95073D00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66850"/>
            <a:ext cx="2038350" cy="34099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0927B-1CFF-48C6-A57A-3CF54C65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573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3A8B9-13CB-43F7-993E-A2E0BDDE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049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A78"/>
                </a:solidFill>
              </a:defRPr>
            </a:pPr>
            <a:r>
              <a:rPr sz="975" b="1">
                <a:solidFill>
                  <a:srgbClr val="0D7A78"/>
                </a:solidFill>
              </a:rPr>
              <a:t>완료 안내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4EB6B-1E94-4EA4-8E0A-E2B3AFA8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2초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150A3-8DBC-44C3-BB25-E4728949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875"/>
                </a:solidFill>
              </a:defRPr>
            </a:pPr>
            <a:r>
              <a:rPr sz="1275" b="0">
                <a:solidFill>
                  <a:srgbClr val="5C6875"/>
                </a:solidFill>
              </a:rPr>
              <a:t>자동 소멸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EEA9E-FE04-4E36-8548-6F10877A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718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다음 화면 이동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A244F-D5B4-4C40-85E1-E7862019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66850"/>
            <a:ext cx="2038350" cy="34099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92495-53FB-4A13-9343-88C456CC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573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699C0-A510-4A17-A324-164AA0D8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049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복구 가능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6AD15-3871-4519-A058-51CA3435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5초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68419-E124-43C4-B2EE-BE56829F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875"/>
                </a:solidFill>
              </a:defRPr>
            </a:pPr>
            <a:r>
              <a:rPr sz="1275" b="0">
                <a:solidFill>
                  <a:srgbClr val="5C6875"/>
                </a:solidFill>
              </a:rPr>
              <a:t>자동 소멸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323C2-1A9B-4942-8216-79E50C2C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718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다시 시도 제공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69AA0-61E1-4423-868E-89EED55C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66850"/>
            <a:ext cx="2038350" cy="34099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BC5DA-C9C7-435D-8B69-A75FCD28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573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71DB4-2686-4620-92A0-098970BF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049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D32"/>
                </a:solidFill>
              </a:defRPr>
            </a:pPr>
            <a:r>
              <a:rPr sz="975" b="1">
                <a:solidFill>
                  <a:srgbClr val="C83D32"/>
                </a:solidFill>
              </a:rPr>
              <a:t>입력 오류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369C3-10C8-428F-81A2-4BF5F04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860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수정 시까지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3A159-1A89-40C6-B7C2-0F0D28EE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875"/>
                </a:solidFill>
              </a:defRPr>
            </a:pPr>
            <a:r>
              <a:rPr sz="1275" b="0">
                <a:solidFill>
                  <a:srgbClr val="5C6875"/>
                </a:solidFill>
              </a:rPr>
              <a:t>인라인 유지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74C676-577C-44E4-AC84-3F52CC1C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입력 후 해제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FC516-0A7E-45FC-87C5-953F981F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66850"/>
            <a:ext cx="2038350" cy="34099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14304-35F6-4B7C-9033-6EA93ECD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573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FFF1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5A246-5C9D-4FA8-96E1-C6C2FACF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049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A14"/>
                </a:solidFill>
              </a:defRPr>
            </a:pPr>
            <a:r>
              <a:rPr sz="975" b="1">
                <a:solidFill>
                  <a:srgbClr val="C56A14"/>
                </a:solidFill>
              </a:rPr>
              <a:t>사용자 판단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8E6AA5-9973-4EE1-99DD-A10E71E4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F33"/>
                </a:solidFill>
              </a:defRPr>
            </a:pPr>
            <a:r>
              <a:rPr sz="1650" b="1">
                <a:solidFill>
                  <a:srgbClr val="0F1F33"/>
                </a:solidFill>
              </a:rPr>
              <a:t>응답 시까지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8D8C7-142D-4738-AD71-F48EB1FA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875"/>
                </a:solidFill>
              </a:defRPr>
            </a:pPr>
            <a:r>
              <a:rPr sz="1275" b="0">
                <a:solidFill>
                  <a:srgbClr val="5C6875"/>
                </a:solidFill>
              </a:rPr>
              <a:t>자동 소멸 안 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FF48A-E2B1-4FE5-9EDE-65081199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취소 기본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E90ED2-689B-43D2-9E2E-E1DDBE7D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B7DC0C-D936-4547-B2EF-6B6798B6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F33"/>
                </a:solidFill>
              </a:defRPr>
            </a:pPr>
            <a:r>
              <a:rPr sz="1350" b="1">
                <a:solidFill>
                  <a:srgbClr val="0F1F33"/>
                </a:solidFill>
              </a:rPr>
              <a:t>예외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BFC2E8-A696-4DA3-971D-50FD55D8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292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F33"/>
                </a:solidFill>
              </a:defRPr>
            </a:pPr>
            <a:r>
              <a:rPr sz="1350" b="0">
                <a:solidFill>
                  <a:srgbClr val="0F1F33"/>
                </a:solidFill>
              </a:rPr>
              <a:t>치명적 오류와 데이터 손상은 자동 소멸하지 않고, 전체 오류 상태에서 재시도 또는 설정 이동을 제공한다.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7148B8-548D-445A-8CDD-BD22514C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D79422-FC6E-444D-BE83-3B8B15F8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351828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9676D2-501E-4F48-B1C6-30A81BAE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A78"/>
                </a:solidFill>
              </a:defRPr>
            </a:pPr>
            <a:r>
              <a:rPr sz="1050" b="1">
                <a:solidFill>
                  <a:srgbClr val="0D7A78"/>
                </a:solidFill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F36CE-EE99-44A2-AFAB-EF5D3DFA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F33"/>
                </a:solidFill>
              </a:defRPr>
            </a:pPr>
            <a:r>
              <a:rPr sz="2550" b="1">
                <a:solidFill>
                  <a:srgbClr val="0F1F33"/>
                </a:solidFill>
              </a:rPr>
              <a:t>화면별 사용자 판단 항목을 빠짐없이 확인한다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74766-B34F-46FB-972F-397BBB43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5"/>
                </a:solidFill>
              </a:defRPr>
            </a:pPr>
            <a:r>
              <a:rPr sz="1200" b="0">
                <a:solidFill>
                  <a:srgbClr val="5C6875"/>
                </a:solidFill>
              </a:rPr>
              <a:t>명시된 항목 외에는 사용자의 흐름을 막는 확인 팝업을 추가하지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1A074-5000-4F6F-AB45-53AD4E5E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B0086-0821-4E0F-8C2D-E2FDBD90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7A78"/>
                </a:solidFill>
              </a:defRPr>
            </a:pPr>
            <a:r>
              <a:rPr sz="1350" b="1">
                <a:solidFill>
                  <a:srgbClr val="0D7A78"/>
                </a:solidFill>
              </a:rPr>
              <a:t>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0EC92-0739-40DA-A703-593473A0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3525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7A78"/>
                </a:solidFill>
              </a:defRPr>
            </a:pPr>
            <a:r>
              <a:rPr sz="1350" b="1">
                <a:solidFill>
                  <a:srgbClr val="0D7A78"/>
                </a:solidFill>
              </a:rPr>
              <a:t>사용자 판단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73FD4-68DA-4906-A476-E5620EC6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52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7A78"/>
                </a:solidFill>
              </a:defRPr>
            </a:pPr>
            <a:r>
              <a:rPr sz="1350" b="1">
                <a:solidFill>
                  <a:srgbClr val="0D7A78"/>
                </a:solidFill>
              </a:rPr>
              <a:t>메시지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CA137-88DA-49B8-B134-35F567CA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26613-091F-4052-B8B0-FC97EBD8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F33"/>
                </a:solidFill>
              </a:defRPr>
            </a:pPr>
            <a:r>
              <a:rPr sz="1275" b="1">
                <a:solidFill>
                  <a:srgbClr val="0F1F33"/>
                </a:solidFill>
              </a:rPr>
              <a:t>잠금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F084E-DEF2-4E6C-BE70-D53BC05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526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F33"/>
                </a:solidFill>
              </a:defRPr>
            </a:pPr>
            <a:r>
              <a:rPr sz="1275" b="0">
                <a:solidFill>
                  <a:srgbClr val="0F1F33"/>
                </a:solidFill>
              </a:rPr>
              <a:t>앱 잠금 해제, PIN 분실 안내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BFAF9-2619-40FE-9450-93B2863A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6A14"/>
                </a:solidFill>
              </a:defRPr>
            </a:pPr>
            <a:r>
              <a:rPr sz="1125" b="1">
                <a:solidFill>
                  <a:srgbClr val="C56A14"/>
                </a:solidFill>
              </a:rPr>
              <a:t>alt_014, alt_015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B0BC5-70FE-4CA6-895A-5AC25862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F33"/>
                </a:solidFill>
              </a:defRPr>
            </a:pPr>
            <a:r>
              <a:rPr sz="1275" b="1">
                <a:solidFill>
                  <a:srgbClr val="0F1F33"/>
                </a:solidFill>
              </a:rPr>
              <a:t>문서 목록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C43EE-3150-417E-B117-CDA8348B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00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F33"/>
                </a:solidFill>
              </a:defRPr>
            </a:pPr>
            <a:r>
              <a:rPr sz="1275" b="0">
                <a:solidFill>
                  <a:srgbClr val="0F1F33"/>
                </a:solidFill>
              </a:rPr>
              <a:t>중복 파일 계속, 가져오기 취소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F7899-F862-44A8-821C-DD190AE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6A14"/>
                </a:solidFill>
              </a:defRPr>
            </a:pPr>
            <a:r>
              <a:rPr sz="1125" b="1">
                <a:solidFill>
                  <a:srgbClr val="C56A14"/>
                </a:solidFill>
              </a:rPr>
              <a:t>alt_008~010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7B74C-352D-4D5B-AECB-640AD1E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FEAB2-8E84-4E2F-AC9D-A29389C5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F33"/>
                </a:solidFill>
              </a:defRPr>
            </a:pPr>
            <a:r>
              <a:rPr sz="1275" b="1">
                <a:solidFill>
                  <a:srgbClr val="0F1F33"/>
                </a:solidFill>
              </a:rPr>
              <a:t>읽기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C0628-5E9F-4844-BC6E-6B0179EE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48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F33"/>
                </a:solidFill>
              </a:defRPr>
            </a:pPr>
            <a:r>
              <a:rPr sz="1275" b="0">
                <a:solidFill>
                  <a:srgbClr val="0F1F33"/>
                </a:solidFill>
              </a:rPr>
              <a:t>다른 문서로 전환, 스피커 재생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79033-7D76-44E2-B4B1-11798D7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6A14"/>
                </a:solidFill>
              </a:defRPr>
            </a:pPr>
            <a:r>
              <a:rPr sz="1125" b="1">
                <a:solidFill>
                  <a:srgbClr val="C56A14"/>
                </a:solidFill>
              </a:rPr>
              <a:t>alt_028, alt_033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2C660-F02F-4A26-930A-A13FDF04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F33"/>
                </a:solidFill>
              </a:defRPr>
            </a:pPr>
            <a:r>
              <a:rPr sz="1275" b="1">
                <a:solidFill>
                  <a:srgbClr val="0F1F33"/>
                </a:solidFill>
              </a:rPr>
              <a:t>북마크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27DCE-FEB1-42BF-8EBE-81AE2A92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F33"/>
                </a:solidFill>
              </a:defRPr>
            </a:pPr>
            <a:r>
              <a:rPr sz="1275" b="0">
                <a:solidFill>
                  <a:srgbClr val="0F1F33"/>
                </a:solidFill>
              </a:rPr>
              <a:t>북마크 삭제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E64C3-7172-4448-889D-3C08194C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6A14"/>
                </a:solidFill>
              </a:defRPr>
            </a:pPr>
            <a:r>
              <a:rPr sz="1125" b="1">
                <a:solidFill>
                  <a:srgbClr val="C56A14"/>
                </a:solidFill>
              </a:rPr>
              <a:t>alt_040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37AC4-CE19-4195-B7B9-6035608C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122FC-AC2F-47B3-B42A-C75323F9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F33"/>
                </a:solidFill>
              </a:defRPr>
            </a:pPr>
            <a:r>
              <a:rPr sz="1275" b="1">
                <a:solidFill>
                  <a:srgbClr val="0F1F33"/>
                </a:solidFill>
              </a:rPr>
              <a:t>설정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C445A-A9AA-4CB3-AA90-6F09F4F9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434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F33"/>
                </a:solidFill>
              </a:defRPr>
            </a:pPr>
            <a:r>
              <a:rPr sz="1275" b="0">
                <a:solidFill>
                  <a:srgbClr val="0F1F33"/>
                </a:solidFill>
              </a:rPr>
              <a:t>PIN 변경·앱 잠금 해제, 언어·음성 불일치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BBAF0-F8CA-449D-AFF1-ECB6AF51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6A14"/>
                </a:solidFill>
              </a:defRPr>
            </a:pPr>
            <a:r>
              <a:rPr sz="1125" b="1">
                <a:solidFill>
                  <a:srgbClr val="C56A14"/>
                </a:solidFill>
              </a:rPr>
              <a:t>alt_014, alt_026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DD46B7-B0B8-4F4C-98FC-8805942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F33"/>
                </a:solidFill>
              </a:defRPr>
            </a:pPr>
            <a:r>
              <a:rPr sz="1275" b="1">
                <a:solidFill>
                  <a:srgbClr val="0F1F33"/>
                </a:solidFill>
              </a:rPr>
              <a:t>문서 삭제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95380-C453-45A7-9EC1-BB7E50F2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911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F33"/>
                </a:solidFill>
              </a:defRPr>
            </a:pPr>
            <a:r>
              <a:rPr sz="1275" b="0">
                <a:solidFill>
                  <a:srgbClr val="0F1F33"/>
                </a:solidFill>
              </a:rPr>
              <a:t>문서·북마크·진행률 영구 삭제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5BD15A-642E-4ECF-B1FE-D5A98E64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91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6A14"/>
                </a:solidFill>
              </a:defRPr>
            </a:pPr>
            <a:r>
              <a:rPr sz="1125" b="1">
                <a:solidFill>
                  <a:srgbClr val="C56A14"/>
                </a:solidFill>
              </a:rPr>
              <a:t>alt_011~013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26BC81-DE8E-4BF5-AA45-46463C71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E9F5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7D2D23-87C3-4643-9E14-A95D3916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A78"/>
                </a:solidFill>
              </a:defRPr>
            </a:pPr>
            <a:r>
              <a:rPr sz="1200" b="1">
                <a:solidFill>
                  <a:srgbClr val="0D7A78"/>
                </a:solidFill>
              </a:rPr>
              <a:t>완료 기준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EEB131-05D6-4805-BF46-F736AF8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674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F33"/>
                </a:solidFill>
              </a:defRPr>
            </a:pPr>
            <a:r>
              <a:rPr sz="1200" b="1">
                <a:solidFill>
                  <a:srgbClr val="0F1F33"/>
                </a:solidFill>
              </a:rPr>
              <a:t>자동 소멸 메시지는 작업을 막지 않고, 사용자 판단 다이얼로그는 취소를 기본값으로 제공한다.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6CB4E-0385-4903-B85B-7E6C7FA9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875"/>
                </a:solidFill>
              </a:defRPr>
            </a:pPr>
            <a:r>
              <a:rPr sz="900" b="0">
                <a:solidFill>
                  <a:srgbClr val="5C6875"/>
                </a:solidFill>
              </a:rPr>
              <a:t>Narro 상세 스토리보드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4C10D6-12E5-4CC9-BCB0-FCBA0E60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875"/>
                </a:solidFill>
              </a:defRPr>
            </a:pPr>
            <a:r>
              <a:rPr sz="900" b="1">
                <a:solidFill>
                  <a:srgbClr val="5C687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1315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2026-07-23T01:40:14.0040000Z</dcterms:created>
  <dcterms:modified xsi:type="dcterms:W3CDTF">2026-07-23T01:40:14.0040000Z</dcterms:modified>
</coreProperties>
</file>